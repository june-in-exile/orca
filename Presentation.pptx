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 snapToObjects="1">
      <p:cViewPr varScale="1">
        <p:scale>
          <a:sx n="115" d="100"/>
          <a:sy n="115" d="100"/>
        </p:scale>
        <p:origin x="6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1F5F9"/>
                </a:solidFill>
                <a:latin typeface="Calibri"/>
              </a:defRPr>
            </a:pPr>
            <a:r>
              <a:rPr dirty="0"/>
              <a:t>🐋  </a:t>
            </a:r>
            <a:r>
              <a:rPr lang="en-US" dirty="0" err="1"/>
              <a:t>PayLock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  <a:latin typeface="Calibri"/>
              </a:defRPr>
            </a:pPr>
            <a:r>
              <a:t>基於 Sui 的去中心化影片付費牆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rPr dirty="0"/>
              <a:t>Decentralized Video Paywall SDK for Sui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2336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88888" y="4389120"/>
            <a:ext cx="6055112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dirty="0">
                <a:solidFill>
                  <a:srgbClr val="38BDF8"/>
                </a:solidFill>
                <a:latin typeface="Calibri"/>
              </a:rPr>
              <a:t>●  </a:t>
            </a:r>
            <a:r>
              <a:rPr sz="1800" dirty="0" err="1">
                <a:solidFill>
                  <a:srgbClr val="94A3B8"/>
                </a:solidFill>
                <a:latin typeface="Calibri"/>
              </a:rPr>
              <a:t>核心技術：Walrus</a:t>
            </a:r>
            <a:r>
              <a:rPr sz="1800" dirty="0">
                <a:solidFill>
                  <a:srgbClr val="94A3B8"/>
                </a:solidFill>
                <a:latin typeface="Calibri"/>
              </a:rPr>
              <a:t> + Seal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38BDF8"/>
                </a:solidFill>
                <a:latin typeface="Calibri"/>
              </a:rPr>
              <a:t>●  </a:t>
            </a:r>
            <a:r>
              <a:rPr sz="1800" dirty="0" err="1">
                <a:solidFill>
                  <a:srgbClr val="94A3B8"/>
                </a:solidFill>
                <a:latin typeface="Calibri"/>
              </a:rPr>
              <a:t>願景：只需幾行程式碼，為任何</a:t>
            </a:r>
            <a:r>
              <a:rPr sz="1800" dirty="0">
                <a:solidFill>
                  <a:srgbClr val="94A3B8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94A3B8"/>
                </a:solidFill>
                <a:latin typeface="Calibri"/>
              </a:rPr>
              <a:t>dApp</a:t>
            </a:r>
            <a:r>
              <a:rPr sz="1800" dirty="0">
                <a:solidFill>
                  <a:srgbClr val="94A3B8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94A3B8"/>
                </a:solidFill>
                <a:latin typeface="Calibri"/>
              </a:rPr>
              <a:t>加入影片付費功能</a:t>
            </a:r>
            <a:endParaRPr sz="180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項目簡介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dirty="0" err="1"/>
              <a:t>什麼是</a:t>
            </a:r>
            <a:r>
              <a:rPr dirty="0"/>
              <a:t> </a:t>
            </a:r>
            <a:r>
              <a:rPr lang="en-US" dirty="0" err="1"/>
              <a:t>PayLock</a:t>
            </a:r>
            <a:r>
              <a:rPr dirty="0"/>
              <a:t>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6B6D4"/>
                </a:solidFill>
                <a:latin typeface="Calibri"/>
              </a:rPr>
              <a:t>●  </a:t>
            </a:r>
            <a:r>
              <a:rPr sz="2000">
                <a:solidFill>
                  <a:srgbClr val="F1F5F9"/>
                </a:solidFill>
                <a:latin typeface="Calibri"/>
              </a:rPr>
              <a:t>影片付費解鎖 SDK：建立在 Walrus 儲存與 Seal 加密協議之上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自動化流程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上傳時自動拆分為「預覽片段」與「完整版」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預覽版：公開播放，吸引流量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完整版：透過 Seal 加密存儲於 Walrus，確保版權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鏈上驗證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觀眾付費後取得存取憑證（AccessPass）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解密後即可觀看完整影片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現有功能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Phase 1 — 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雙 Blob 上傳：FFmpeg 自動擷取預覽，並行上傳 preview + full 至 Walrus Testnet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付費/免費分離：免費影片直接播放，付費影片前端 Seal 加密後上傳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Move 合約實作：paylock::gating 定義 Video、AccessPass、purchase_and_transfer 及 seal_approve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非同步處理：上傳回傳 202，支援 Polling 與 SSE (Server-Sent Events) 即時追蹤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鏈上同步：啟動自動 Reindex、支援 by-object-id 查詢、Pagination 分頁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前端 SPA：Slush Wallet 整合、上傳管理、價格設定、Seal 加密播放器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核心架構 — 上傳流程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Phase 1：明文雙 Blob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91640" y="301752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用戶上傳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上傳 MP4 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26280" y="30175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後端處理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FFmpeg 擷取預覽 (Blob A)</a:t>
            </a:r>
            <a:br/>
            <a:r>
              <a:t>完整版 (Blob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60920" y="301752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並行存儲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將 A 與 B 同時存入 Walrus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195560" y="30175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鏈上記錄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記錄 Blob ID、價格</a:t>
            </a:r>
            <a:br/>
            <a:r>
              <a:t>與創作者資訊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核心架構 — 付費解鎖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Phase 2：Seal 加密與鏈上存取控制（已完成）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91640" y="301752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預覽階段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任何人皆可觀看</a:t>
            </a:r>
            <a:br/>
            <a:r>
              <a:t>公開的 Blob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26280" y="3017520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觸發付費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預覽結束</a:t>
            </a:r>
            <a:br/>
            <a:r>
              <a:t>前端顯示付費牆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60920" y="301752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鏈上交易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用戶支付 SUI</a:t>
            </a:r>
            <a:br/>
            <a:r>
              <a:t>合約 Mint AccessPass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195560" y="30175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解密播放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Seal 驗證憑證</a:t>
            </a:r>
            <a:br/>
            <a:r>
              <a:t>釋放密鑰，解密播放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系統組件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System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25603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Calibri"/>
              </a:defRPr>
            </a:pPr>
            <a:r>
              <a:t>Orca Backend (Go)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驗證、FFmpeg 擷取、</a:t>
            </a:r>
            <a:br/>
            <a:r>
              <a:t>Walrus 上傳、鏈上 Reindex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2743200"/>
            <a:ext cx="256032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Calibri"/>
              </a:defRPr>
            </a:pPr>
            <a:r>
              <a:t>Walrus Publisher</a:t>
            </a:r>
            <a:br/>
            <a:r>
              <a:t>/ Aggregator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負責去中心化影片儲存</a:t>
            </a:r>
            <a:br/>
            <a:r>
              <a:t>與串流讀取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743200"/>
            <a:ext cx="25603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Sui 區塊鏈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管理 paywall.move 合約</a:t>
            </a:r>
            <a:br/>
            <a:r>
              <a:t>與資源對象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2743200"/>
            <a:ext cx="25603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A78BFA"/>
                </a:solidFill>
                <a:latin typeface="Calibri"/>
              </a:defRPr>
            </a:pPr>
            <a:r>
              <a:t>前端 SPA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React/TypeScript 實作</a:t>
            </a:r>
            <a:br/>
            <a:r>
              <a:t>的用戶交互介面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鏈上合約設計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paylock::gating — 關鍵數據結構與功能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Video (Shared Object)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存儲價格 (MIST)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創作者地址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Blob IDs (preview + full)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Seal Namespace (32 bytes)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2918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  <a:latin typeface="Calibri"/>
              </a:defRPr>
            </a:pPr>
            <a:r>
              <a:t>AccessPass (Owned Object)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購買憑證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與 video_id 綁定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用於 Seal 解密驗證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43200"/>
            <a:ext cx="34747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主要功能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3832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create_video：創作者發布影片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purchase_and_transfer：用戶付費 Mint 憑證（自動退還多餘 SUI）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seal_approve：驗證 AccessPass 解密權限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API 端點總覽（11 個端點）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上傳影片（含標題、價格、創作者）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35808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127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/api/status/{id}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127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追蹤處理狀態（Ready / Failed）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94176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856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7856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/stream/{id}/preview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7856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預覽影片重定向至 Walrus（支援 paylock_id 與 sui_object_id）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52544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4439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4439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/stream/{id}/full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439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完整版影片重定向（免費影片直接播放）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10912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1023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/api/videos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1023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影片清單（支援 ?creator= 過濾與分頁）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69279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76071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7607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7607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取得前端設定（Package ID、Walrus 端點等）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發展路線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0" y="3017520"/>
            <a:ext cx="109728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Move 合約部署</a:t>
            </a:r>
            <a:br/>
            <a:r>
              <a:t>雙 Blob 上傳</a:t>
            </a:r>
            <a:br/>
            <a:r>
              <a:t>前端 Paywall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74320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39" y="3017520"/>
            <a:ext cx="109728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657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Seal 前端加密上傳</a:t>
            </a:r>
            <a:br/>
            <a:r>
              <a:t>鏈上購買 + AccessPass</a:t>
            </a:r>
            <a:br/>
            <a:r>
              <a:t>解密播放完整流程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74320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41280" y="3017520"/>
            <a:ext cx="10972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Current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57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@orca/sdk 與 @orca/uploader</a:t>
            </a:r>
            <a:br/>
            <a:r>
              <a:t>創作者 Dashboard</a:t>
            </a:r>
            <a:br/>
            <a:r>
              <a:t>Mainnet 部署、批量訂閱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  <a:latin typeface="Calibri"/>
              </a:defRPr>
            </a:pPr>
            <a:r>
              <a:t>參考專案與結語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10312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758952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0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Walrus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去中心化儲存與原生串流支持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474720"/>
            <a:ext cx="758952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Seal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Identity-based 加密與鏈上存取控制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389120"/>
            <a:ext cx="758952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4526280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rPr lang="en-US" dirty="0" err="1"/>
              <a:t>PayLock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114800" y="4526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將複雜的去中心化技術封裝為簡單易用的影片付費牆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F5F9"/>
                </a:solidFill>
                <a:latin typeface="Calibri"/>
              </a:defRPr>
            </a:pPr>
            <a:r>
              <a:t>感謝觀看！歡迎交流。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85216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GitHub: </a:t>
            </a:r>
            <a:r>
              <a:rPr dirty="0" err="1"/>
              <a:t>github.com</a:t>
            </a:r>
            <a:r>
              <a:rPr dirty="0"/>
              <a:t>/</a:t>
            </a:r>
            <a:r>
              <a:rPr lang="en-US" dirty="0" err="1"/>
              <a:t>june</a:t>
            </a:r>
            <a:r>
              <a:rPr lang="en-US" dirty="0"/>
              <a:t>-in-exile</a:t>
            </a:r>
            <a:r>
              <a:rPr dirty="0"/>
              <a:t>/orca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580</Words>
  <Application>Microsoft Macintosh PowerPoint</Application>
  <PresentationFormat>寬螢幕</PresentationFormat>
  <Paragraphs>131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c24225</cp:lastModifiedBy>
  <cp:revision>5</cp:revision>
  <dcterms:created xsi:type="dcterms:W3CDTF">2013-01-27T09:14:16Z</dcterms:created>
  <dcterms:modified xsi:type="dcterms:W3CDTF">2026-03-25T08:15:22Z</dcterms:modified>
  <cp:category/>
</cp:coreProperties>
</file>