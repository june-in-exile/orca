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1F5F9"/>
                </a:solidFill>
                <a:latin typeface="Calibri"/>
              </a:defRPr>
            </a:pPr>
            <a:r>
              <a:t>🐋  Orca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基於 Sui 的去中心化影片付費牆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Decentralized Video Paywall SDK for Sui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核心技術：Walrus + Seal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願景：只需幾行程式碼，為任何 dApp 加入影片付費功能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項目簡介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什麼是 Orca？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6B6D4"/>
                </a:solidFill>
                <a:latin typeface="Calibri"/>
              </a:rPr>
              <a:t>●  </a:t>
            </a:r>
            <a:r>
              <a:rPr sz="2000">
                <a:solidFill>
                  <a:srgbClr val="F1F5F9"/>
                </a:solidFill>
                <a:latin typeface="Calibri"/>
              </a:rPr>
              <a:t>影片付費解鎖 SDK：建立在 Walrus 儲存與 Seal 加密協議之上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自動化流程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上傳時自動拆分為「預覽片段」與「完整版」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預覽版：公開播放，吸引流量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完整版：透過 Seal 加密存儲於 Walrus，確保版權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觀眾付費後取得存取憑證（AccessPass）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解密後即可觀看完整影片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現有功能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 —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雙 Blob 上傳：FFmpeg 自動擷取前 N 秒，並行上傳 preview + full 至 Walrus Testnet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預覽/完整版分離：支援免費影片直接播，付費影片顯示 Paywall Overlay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Move 合約實作：orca::paywall 已定義 Video、AccessPass 及購買邏輯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非同步處理：上傳立即回傳 202，背景執行轉碼與上傳，支援 Polling 追蹤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前端 SPA：整合 Slush Wallet，包含上傳管理、價格設定與播放器介面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上傳流程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1：明文雙 Blob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用戶上傳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 MP4 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後端處理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FFmpeg 擷取預覽 (Blob A)</a:t>
            </a:r>
            <a:br/>
            <a:r>
              <a:t>完整版 (Blob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並行存儲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將 A 與 B 同時存入 Walrus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鏈上記錄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記錄 Blob ID、價格</a:t>
            </a:r>
            <a:br/>
            <a:r>
              <a:t>與創作者資訊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付費解鎖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2：加密與存取控制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預覽階段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任何人皆可觀看</a:t>
            </a:r>
            <a:br/>
            <a:r>
              <a:t>公開的 Blob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觸發付費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預覽結束</a:t>
            </a:r>
            <a:br/>
            <a:r>
              <a:t>前端顯示付費牆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用戶支付 SUI</a:t>
            </a:r>
            <a:br/>
            <a:r>
              <a:t>合約 Mint AccessPass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解密播放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Seal 驗證憑證</a:t>
            </a:r>
            <a:br/>
            <a:r>
              <a:t>釋放密鑰，解密播放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系統組件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Orca Backend (Go)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處理驗證、FFmpeg 擷取</a:t>
            </a:r>
            <a:br/>
            <a:r>
              <a:t>Walrus 上傳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Walrus Publisher</a:t>
            </a:r>
            <a:br/>
            <a:r>
              <a:t>/ 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負責去中心化影片儲存</a:t>
            </a:r>
            <a:br/>
            <a:r>
              <a:t>與串流讀取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Sui 區塊鏈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管理 paywall.move 合約</a:t>
            </a:r>
            <a:br/>
            <a:r>
              <a:t>與資源對象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Calibri"/>
              </a:defRPr>
            </a:pPr>
            <a:r>
              <a:t>前端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React/TypeScript 實作</a:t>
            </a:r>
            <a:br/>
            <a:r>
              <a:t>的用戶交互介面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鏈上合約設計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orca::paywall — 關鍵數據結構與功能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Video (Shared Object)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存儲價格 (MIST)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創作者地址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Blob IDs (preview + full)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AccessPass (Owned Object)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購買憑證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與 video_id 綁定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用於 Seal 解密驗證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主要功能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create_video：創作者發布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purchase：用戶付費 Mint 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seal_approve：驗證解密權限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API 參考與開發者介面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上傳影片（含標題、價格、創作者）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35808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/api/status/{id}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追蹤處理狀態（Ready / Failed）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85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85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85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預覽影片重定向至 Walrus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4439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完整版影片重定向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10912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/api/videos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102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影片清單管理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79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60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取得前端設定（Package ID 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3017520"/>
            <a:ext cx="10972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Move 合約部署</a:t>
            </a:r>
            <a:br/>
            <a:r>
              <a:t>雙 Blob 上傳</a:t>
            </a:r>
            <a:br/>
            <a:r>
              <a:t>前端 Paywall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39" y="301752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Seal SDK 前端加密</a:t>
            </a:r>
            <a:br/>
            <a:r>
              <a:t>自動偵測憑證</a:t>
            </a:r>
            <a:br/>
            <a:r>
              <a:t>分離上傳模式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301752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@orca/sdk 與 @orca/uploader</a:t>
            </a:r>
            <a:br/>
            <a:r>
              <a:t>創作者 Dashboard</a:t>
            </a:r>
            <a:br/>
            <a:r>
              <a:t>批量訂閱、鏈上分潤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參考專案與結語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Walrus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去中心化儲存與原生串流支持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Seal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Identity-based 加密與鏈上存取控制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3891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將複雜的去中心化技術封裝為簡單易用的影片付費牆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感謝觀看！歡迎交流。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GitHub: </a:t>
            </a:r>
            <a:r>
              <a:rPr dirty="0" err="1"/>
              <a:t>github.com</a:t>
            </a:r>
            <a:r>
              <a:rPr dirty="0"/>
              <a:t>/</a:t>
            </a:r>
            <a:r>
              <a:rPr lang="en-US" dirty="0" err="1"/>
              <a:t>june</a:t>
            </a:r>
            <a:r>
              <a:rPr lang="en-US" dirty="0"/>
              <a:t>-in-exile</a:t>
            </a:r>
            <a:r>
              <a:rPr dirty="0"/>
              <a:t>/orca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498</Words>
  <Application>Microsoft Macintosh PowerPoint</Application>
  <PresentationFormat>寬螢幕</PresentationFormat>
  <Paragraphs>129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c24225</cp:lastModifiedBy>
  <cp:revision>3</cp:revision>
  <dcterms:created xsi:type="dcterms:W3CDTF">2013-01-27T09:14:16Z</dcterms:created>
  <dcterms:modified xsi:type="dcterms:W3CDTF">2026-03-21T06:59:00Z</dcterms:modified>
  <cp:category/>
</cp:coreProperties>
</file>